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4f566460a4d85" /><Relationship Type="http://schemas.openxmlformats.org/officeDocument/2006/relationships/extended-properties" Target="/docProps/app.xml" Id="Rb6efcdee1d6b4f95" /><Relationship Type="http://schemas.openxmlformats.org/officeDocument/2006/relationships/officeDocument" Target="/ppt/presentation.xml" Id="Re7bb326fe415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6ba096661e450e"/>
  </p:sldMasterIdLst>
  <p:notesMasterIdLst>
    <p:notesMasterId xmlns:r="http://schemas.openxmlformats.org/officeDocument/2006/relationships" r:id="Re10dd0e88d6040a6"/>
  </p:notesMasterIdLst>
  <p:sldIdLst>
    <p:sldId xmlns:r="http://schemas.openxmlformats.org/officeDocument/2006/relationships" id="256" r:id="R545e84ba845d47f3"/>
    <p:sldId xmlns:r="http://schemas.openxmlformats.org/officeDocument/2006/relationships" id="257" r:id="Rb2561633284249fc"/>
    <p:sldId xmlns:r="http://schemas.openxmlformats.org/officeDocument/2006/relationships" id="258" r:id="R36f319c3e0ad4c5b"/>
    <p:sldId xmlns:r="http://schemas.openxmlformats.org/officeDocument/2006/relationships" id="259" r:id="R4adc0e29803d4e65"/>
    <p:sldId xmlns:r="http://schemas.openxmlformats.org/officeDocument/2006/relationships" id="260" r:id="Rfef7df60e5d0431e"/>
    <p:sldId xmlns:r="http://schemas.openxmlformats.org/officeDocument/2006/relationships" id="261" r:id="Rfc34c2b301da4c94"/>
    <p:sldId xmlns:r="http://schemas.openxmlformats.org/officeDocument/2006/relationships" id="262" r:id="R8626dc6963ab4727"/>
    <p:sldId xmlns:r="http://schemas.openxmlformats.org/officeDocument/2006/relationships" id="263" r:id="R7d8f7b3108c34b76"/>
    <p:sldId xmlns:r="http://schemas.openxmlformats.org/officeDocument/2006/relationships" id="264" r:id="R997493c972034cc0"/>
    <p:sldId xmlns:r="http://schemas.openxmlformats.org/officeDocument/2006/relationships" id="265" r:id="R464f0f0060684448"/>
    <p:sldId xmlns:r="http://schemas.openxmlformats.org/officeDocument/2006/relationships" id="266" r:id="R2eacee14c87a44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5827803b4f4447" /><Relationship Type="http://schemas.openxmlformats.org/officeDocument/2006/relationships/slideMaster" Target="/ppt/slideMasters/slideMaster1.xml" Id="R3d6ba096661e450e" /><Relationship Type="http://schemas.openxmlformats.org/officeDocument/2006/relationships/notesMaster" Target="/ppt/notesMasters/notesMaster1.xml" Id="Re10dd0e88d6040a6" /><Relationship Type="http://schemas.openxmlformats.org/officeDocument/2006/relationships/presProps" Target="/ppt/presProps.xml" Id="R8f403cbf87eb4e6b" /><Relationship Type="http://schemas.openxmlformats.org/officeDocument/2006/relationships/tableStyles" Target="/ppt/tableStyles.xml" Id="R9b78fb8789b146ba" /><Relationship Type="http://schemas.openxmlformats.org/officeDocument/2006/relationships/slide" Target="/ppt/slides/slide1.xml" Id="R545e84ba845d47f3" /><Relationship Type="http://schemas.openxmlformats.org/officeDocument/2006/relationships/slide" Target="/ppt/slides/slide2.xml" Id="Rb2561633284249fc" /><Relationship Type="http://schemas.openxmlformats.org/officeDocument/2006/relationships/slide" Target="/ppt/slides/slide3.xml" Id="R36f319c3e0ad4c5b" /><Relationship Type="http://schemas.openxmlformats.org/officeDocument/2006/relationships/slide" Target="/ppt/slides/slide4.xml" Id="R4adc0e29803d4e65" /><Relationship Type="http://schemas.openxmlformats.org/officeDocument/2006/relationships/slide" Target="/ppt/slides/slide5.xml" Id="Rfef7df60e5d0431e" /><Relationship Type="http://schemas.openxmlformats.org/officeDocument/2006/relationships/slide" Target="/ppt/slides/slide6.xml" Id="Rfc34c2b301da4c94" /><Relationship Type="http://schemas.openxmlformats.org/officeDocument/2006/relationships/slide" Target="/ppt/slides/slide7.xml" Id="R8626dc6963ab4727" /><Relationship Type="http://schemas.openxmlformats.org/officeDocument/2006/relationships/slide" Target="/ppt/slides/slide8.xml" Id="R7d8f7b3108c34b76" /><Relationship Type="http://schemas.openxmlformats.org/officeDocument/2006/relationships/slide" Target="/ppt/slides/slide9.xml" Id="R997493c972034cc0" /><Relationship Type="http://schemas.openxmlformats.org/officeDocument/2006/relationships/slide" Target="/ppt/slides/slide10.xml" Id="R464f0f0060684448" /><Relationship Type="http://schemas.openxmlformats.org/officeDocument/2006/relationships/slide" Target="/ppt/slides/slide11.xml" Id="R2eacee14c87a44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de76f3385749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d3d0ebb4b54af8" /><Relationship Type="http://schemas.openxmlformats.org/officeDocument/2006/relationships/notesMaster" Target="/ppt/notesMasters/notesMaster1.xml" Id="R74310f8c1c8b4f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49297427b4f23" /><Relationship Type="http://schemas.openxmlformats.org/officeDocument/2006/relationships/notesMaster" Target="/ppt/notesMasters/notesMaster1.xml" Id="R613c511bd82444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6caeb7a8f44653" /><Relationship Type="http://schemas.openxmlformats.org/officeDocument/2006/relationships/notesMaster" Target="/ppt/notesMasters/notesMaster1.xml" Id="Rf76edd64175340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a1a2a234174d4d" /><Relationship Type="http://schemas.openxmlformats.org/officeDocument/2006/relationships/notesMaster" Target="/ppt/notesMasters/notesMaster1.xml" Id="R30eccf65e76e44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47d19152ae4fb8" /><Relationship Type="http://schemas.openxmlformats.org/officeDocument/2006/relationships/notesMaster" Target="/ppt/notesMasters/notesMaster1.xml" Id="Rd96fc5f4da3943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9d39afb456434b" /><Relationship Type="http://schemas.openxmlformats.org/officeDocument/2006/relationships/notesMaster" Target="/ppt/notesMasters/notesMaster1.xml" Id="R142fa0188e1d4c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b441a0404c4611" /><Relationship Type="http://schemas.openxmlformats.org/officeDocument/2006/relationships/notesMaster" Target="/ppt/notesMasters/notesMaster1.xml" Id="R0f225f572cd049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9e3a31eb184232" /><Relationship Type="http://schemas.openxmlformats.org/officeDocument/2006/relationships/notesMaster" Target="/ppt/notesMasters/notesMaster1.xml" Id="Rb061f111bda246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1db1272c53423f" /><Relationship Type="http://schemas.openxmlformats.org/officeDocument/2006/relationships/notesMaster" Target="/ppt/notesMasters/notesMaster1.xml" Id="R68a8f947960541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2bf8dece1c48b4" /><Relationship Type="http://schemas.openxmlformats.org/officeDocument/2006/relationships/notesMaster" Target="/ppt/notesMasters/notesMaster1.xml" Id="Rd02f011d369343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8efc1786bc45de" /><Relationship Type="http://schemas.openxmlformats.org/officeDocument/2006/relationships/notesMaster" Target="/ppt/notesMasters/notesMaster1.xml" Id="R0d5b1b66331f40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 Offline restart was checked on emulator-5554. A second emulator check and a test that navigates away during an in-flight save remain outstanding. No real save failure was observed.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Movement Quest (1).pdf, corresponding page. Code and test details checked against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9678bf51c46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6c19b6a7746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97690983d40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9487cacae45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90883c4b24e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18f9a629c42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4B91F6-C847-4E8B-AD36-6CC0502B3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872A58-BA9C-4098-882C-320D08E650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91CE67-3656-4558-96E6-FC152985E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F9B09F-D596-419C-8966-45E071C05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7211A0-D22C-4BF0-A2B1-D15B548043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198BDB-2803-4B0F-8498-EE0E1BB84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70F4AA-6D24-412C-A98A-6254BEB951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BAEEBE-43EC-4DAE-99A0-3EB66A7AC7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787942-483D-4C78-8B59-10DAEEAAB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8B58B8-B691-4D87-BAE4-F0A00170D6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d3188bdc754760" /><Relationship Type="http://schemas.openxmlformats.org/officeDocument/2006/relationships/slideLayout" Target="/ppt/slideLayouts/slideLayout1.xml" Id="Re27f38c02f40494d" /><Relationship Type="http://schemas.openxmlformats.org/officeDocument/2006/relationships/slideLayout" Target="/ppt/slideLayouts/slideLayout2.xml" Id="R6c8b4d11c91d4647" /><Relationship Type="http://schemas.openxmlformats.org/officeDocument/2006/relationships/slideLayout" Target="/ppt/slideLayouts/slideLayout3.xml" Id="R45b855f35b9c4ab7" /><Relationship Type="http://schemas.openxmlformats.org/officeDocument/2006/relationships/slideLayout" Target="/ppt/slideLayouts/slideLayout4.xml" Id="R06f854f5a8af4ede" /><Relationship Type="http://schemas.openxmlformats.org/officeDocument/2006/relationships/slideLayout" Target="/ppt/slideLayouts/slideLayout5.xml" Id="R2256fe63b50e44b3" /><Relationship Type="http://schemas.openxmlformats.org/officeDocument/2006/relationships/slideLayout" Target="/ppt/slideLayouts/slideLayout6.xml" Id="R697bc0007882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7f38c02f40494d"/>
    <p:sldLayoutId xmlns:r="http://schemas.openxmlformats.org/officeDocument/2006/relationships" id="2147483650" r:id="R6c8b4d11c91d4647"/>
    <p:sldLayoutId xmlns:r="http://schemas.openxmlformats.org/officeDocument/2006/relationships" id="2147483651" r:id="R45b855f35b9c4ab7"/>
    <p:sldLayoutId xmlns:r="http://schemas.openxmlformats.org/officeDocument/2006/relationships" id="2147483652" r:id="R06f854f5a8af4ede"/>
    <p:sldLayoutId xmlns:r="http://schemas.openxmlformats.org/officeDocument/2006/relationships" id="2147483653" r:id="R2256fe63b50e44b3"/>
    <p:sldLayoutId xmlns:r="http://schemas.openxmlformats.org/officeDocument/2006/relationships" id="2147483654" r:id="R697bc0007882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80fdc704b4c79" /><Relationship Type="http://schemas.openxmlformats.org/officeDocument/2006/relationships/notesSlide" Target="/ppt/notesSlides/notesSlide1.xml" Id="R87fcc5223fd34f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c8323faed489a" /><Relationship Type="http://schemas.openxmlformats.org/officeDocument/2006/relationships/notesSlide" Target="/ppt/notesSlides/notesSlide2.xml" Id="R0748208a0af4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7cacc7d0e4ed5" /><Relationship Type="http://schemas.openxmlformats.org/officeDocument/2006/relationships/notesSlide" Target="/ppt/notesSlides/notesSlide3.xml" Id="Rb95bf19ba05446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6a1d48d1d4d56" /><Relationship Type="http://schemas.openxmlformats.org/officeDocument/2006/relationships/notesSlide" Target="/ppt/notesSlides/notesSlide4.xml" Id="R299869a1ada24b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4cde037214c85" /><Relationship Type="http://schemas.openxmlformats.org/officeDocument/2006/relationships/notesSlide" Target="/ppt/notesSlides/notesSlide5.xml" Id="R0afb0973902e47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5741306e194238" /><Relationship Type="http://schemas.openxmlformats.org/officeDocument/2006/relationships/notesSlide" Target="/ppt/notesSlides/notesSlide6.xml" Id="R6df5041d66f042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7d406cb6742d0" /><Relationship Type="http://schemas.openxmlformats.org/officeDocument/2006/relationships/notesSlide" Target="/ppt/notesSlides/notesSlide7.xml" Id="Rb6daee8a963a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c366fd2844300" /><Relationship Type="http://schemas.openxmlformats.org/officeDocument/2006/relationships/notesSlide" Target="/ppt/notesSlides/notesSlide8.xml" Id="Rc9252f501f6043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b55bbc48364541" /><Relationship Type="http://schemas.openxmlformats.org/officeDocument/2006/relationships/notesSlide" Target="/ppt/notesSlides/notesSlide9.xml" Id="Rb425e76c538041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1b27c6b7e4dcf" /><Relationship Type="http://schemas.openxmlformats.org/officeDocument/2006/relationships/notesSlide" Target="/ppt/notesSlides/notesSlide10.xml" Id="R9aa1f475c3ef45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7deae6fe446d1" /><Relationship Type="http://schemas.openxmlformats.org/officeDocument/2006/relationships/notesSlide" Target="/ppt/notesSlides/notesSlide11.xml" Id="Rf136f13790b443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16975D12-76E9-4FE2-9910-F7B0B8CB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CSC 4360 - Project One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518508C-A31B-4F7B-870A-22524509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Movement Quest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9BBD843-6B80-451A-8502-DB97370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DB0B5F4-7E70-425D-BDA4-B9D44368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Offline workout logbook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B48E2E2-D92E-46D8-8197-770F5DC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workout plans, record reps and weights,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and review workout history on the phone.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FE529DD-3DF5-43BF-8112-36B2DD74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Mario Leonel Gutierrez Espinal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Team Fitness (solo)</a:t>
            </a:r>
          </a:p>
        </p:txBody>
      </p:sp>
    </p:spTree>
    <p:extLst>
      <p:ext uri="{BB962C8B-B14F-4D97-AF65-F5344CB8AC3E}">
        <p14:creationId xmlns:p14="http://schemas.microsoft.com/office/powerpoint/2010/main" val="450229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D217E00-2960-4F55-86EB-9401DA80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75AFB098-206F-4D1A-92F6-0CB474FC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7C87B5F4-01D2-4F4A-9AAD-C0C1AAC9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F82D7573-A81B-4F45-B1F1-021D037D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 changed my original Trail Tales proposal because route tracking and safety warnings did not fit the assignment.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DE3C2506-A37F-4D0B-B22B-0EE2571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Movement Quest records workout information and stores it on the phone. It does not give health or exercise advice.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A9DD2-9F2F-41CE-9ADD-43E771539A3D}"/>
              </a:ext>
            </a:extLst>
          </p:cNvPr>
          <p:cNvGraphicFramePr/>
          <p:nvPr/>
        </p:nvGraphicFramePr>
        <p:xfrm>
          <a:off xmlns:a="http://schemas.openxmlformats.org/drawingml/2006/main" x="6381750" y="1600200"/>
          <a:ext xmlns:a="http://schemas.openxmlformats.org/drawingml/2006/main" cx="52006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3152775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Questions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Required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I1, I2, D1, D2, R4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A1, A2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Local data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D4, D5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T1, T2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Reflection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R5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581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2">
            <a:extLst xmlns:a="http://schemas.openxmlformats.org/drawingml/2006/main">
              <a:ext uri="{FF2B5EF4-FFF2-40B4-BE49-F238E27FC236}">
                <a16:creationId xmlns:a16="http://schemas.microsoft.com/office/drawing/2014/main" id="{79202A3F-9076-4AC3-BB3D-DD4F0478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I1, I2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D11973FB-E72E-4B38-A5B9-3824A430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Widgets and state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B83F90F6-1D91-4402-8FBA-791A2C2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F5DBD659-90E2-45F8-A087-C44D61D7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WorkoutCard (stateless)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02ADE66D-BB8A-4D0B-8903-216E761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Displays one plan: title, equipment, effort and note.</a:t>
            </a:r>
          </a:p>
        </p:txBody>
      </p:sp>
      <p:sp>
        <p:nvSpPr>
          <p:cNvPr id="6" name="text-17">
            <a:extLst xmlns:a="http://schemas.openxmlformats.org/drawingml/2006/main">
              <a:ext uri="{FF2B5EF4-FFF2-40B4-BE49-F238E27FC236}">
                <a16:creationId xmlns:a16="http://schemas.microsoft.com/office/drawing/2014/main" id="{A03AC432-2537-45C4-88A6-B684A452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SetRow (stateless)</a:t>
            </a:r>
          </a:p>
        </p:txBody>
      </p:sp>
      <p:sp>
        <p:nvSpPr>
          <p:cNvPr id="7" name="text-18">
            <a:extLst xmlns:a="http://schemas.openxmlformats.org/drawingml/2006/main">
              <a:ext uri="{FF2B5EF4-FFF2-40B4-BE49-F238E27FC236}">
                <a16:creationId xmlns:a16="http://schemas.microsoft.com/office/drawing/2014/main" id="{DCBC6383-76EC-4080-8E1D-D6D33469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Displays a saved set. Workout and History use the same widget.</a:t>
            </a:r>
          </a:p>
        </p:txBody>
      </p:sp>
      <p:sp>
        <p:nvSpPr>
          <p:cNvPr id="8" name="text-19">
            <a:extLst xmlns:a="http://schemas.openxmlformats.org/drawingml/2006/main">
              <a:ext uri="{FF2B5EF4-FFF2-40B4-BE49-F238E27FC236}">
                <a16:creationId xmlns:a16="http://schemas.microsoft.com/office/drawing/2014/main" id="{40944233-22C8-4B28-861A-1BBC65B2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WorkoutScreen (stateful)</a:t>
            </a:r>
          </a:p>
        </p:txBody>
      </p:sp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BC4EFEF8-5FEE-406A-B7D7-8D35166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Tracks the session, selected exercise, logged sets and busy flag. Input stays in memory until a successful save writes the set to SQLite.</a:t>
            </a:r>
          </a:p>
        </p:txBody>
      </p:sp>
    </p:spTree>
    <p:extLst>
      <p:ext uri="{BB962C8B-B14F-4D97-AF65-F5344CB8AC3E}">
        <p14:creationId xmlns:p14="http://schemas.microsoft.com/office/powerpoint/2010/main" val="804742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AB601529-1CD0-4BBC-A031-1D0E8261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4D5B03D5-47A3-4040-916E-E5EA72B7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How a set is saved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3ECC5A0D-DBCE-4FA0-96A6-F5245D66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5ABB9-F75B-4518-920A-916168ADD8C8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28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WorkoutScreen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Collects input and displays results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validators.dart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Checks reps and weight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TrainingLog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Converts the set to a map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DatabaseHelper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Writes the row to SQLite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1CE84E9D-36CA-4B7F-8433-61A51897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Keeping these jobs separate avoids repeated SQL in screens and makes the validation and database code easier to test.</a:t>
            </a:r>
          </a:p>
        </p:txBody>
      </p:sp>
    </p:spTree>
    <p:extLst>
      <p:ext uri="{BB962C8B-B14F-4D97-AF65-F5344CB8AC3E}">
        <p14:creationId xmlns:p14="http://schemas.microsoft.com/office/powerpoint/2010/main" val="643752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CE05EF0E-D589-4723-AEAA-B23934A3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2FAE2882-0242-49C4-A676-4380798C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Leaving the screen during a save</a:t>
            </a:r>
          </a:p>
        </p:txBody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B3646781-004A-49A2-983C-44B9557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E547D9A2-8FB1-41DD-A5E3-B2D5063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dispose() releases the reps and weight text controllers when the screen closes.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7F7D45AB-A348-4AF1-A5FD-160C23D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the database call: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E30C7F17-E3CD-4FF4-B34E-88164428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await DatabaseHelper.instance.insertLog(draft);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if (!mounted) return;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setState(() { ... });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7F4D50CF-C3C9-4B8F-B0EE-8E785DC9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save can finish after the screen closes. The mounted check prevents an update to a disposed screen.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FDF4C613-ADDE-4532-B940-E0DC929B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There is no automated test for navigating away while a save is running.</a:t>
            </a:r>
          </a:p>
        </p:txBody>
      </p:sp>
    </p:spTree>
    <p:extLst>
      <p:ext uri="{BB962C8B-B14F-4D97-AF65-F5344CB8AC3E}">
        <p14:creationId xmlns:p14="http://schemas.microsoft.com/office/powerpoint/2010/main" val="1602656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28D21896-1359-4DF4-B38A-D3386AC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BFFAEC62-8392-40EA-8F92-ADB315E2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Local storage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812DA47D-648D-48BC-AD1E-F26E93A0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text-36">
            <a:extLst xmlns:a="http://schemas.openxmlformats.org/drawingml/2006/main">
              <a:ext uri="{FF2B5EF4-FFF2-40B4-BE49-F238E27FC236}">
                <a16:creationId xmlns:a16="http://schemas.microsoft.com/office/drawing/2014/main" id="{E68E0342-E814-4E38-910A-4C2C4BF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SQLite (sqflite)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1C07BBB2-990E-46C6-8028-B44B760D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Stores workout_plans and training_logs. Both tables support creating, reading, updating and deleting records.</a:t>
            </a:r>
          </a:p>
        </p:txBody>
      </p:sp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C5AAE25B-A971-460D-BA9E-F61B860D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SharedPreferences</a:t>
            </a:r>
          </a:p>
        </p:txBody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7D7E7E97-3677-4AC8-9C79-65ACAB76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Stores default effort, preferred equipment, dark mode and the Gear Match setting.</a:t>
            </a:r>
          </a:p>
        </p:txBody>
      </p:sp>
      <p:sp>
        <p:nvSpPr>
          <p:cNvPr id="8" name="text-40">
            <a:extLst xmlns:a="http://schemas.openxmlformats.org/drawingml/2006/main">
              <a:ext uri="{FF2B5EF4-FFF2-40B4-BE49-F238E27FC236}">
                <a16:creationId xmlns:a16="http://schemas.microsoft.com/office/drawing/2014/main" id="{BA600D88-4A9C-4141-A0CC-E7DD7CFC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app works offline. Its release manifest requests no INTERNET permission.</a:t>
            </a:r>
          </a:p>
        </p:txBody>
      </p:sp>
    </p:spTree>
    <p:extLst>
      <p:ext uri="{BB962C8B-B14F-4D97-AF65-F5344CB8AC3E}">
        <p14:creationId xmlns:p14="http://schemas.microsoft.com/office/powerpoint/2010/main" val="1260108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1">
            <a:extLst xmlns:a="http://schemas.openxmlformats.org/drawingml/2006/main">
              <a:ext uri="{FF2B5EF4-FFF2-40B4-BE49-F238E27FC236}">
                <a16:creationId xmlns:a16="http://schemas.microsoft.com/office/drawing/2014/main" id="{F21431E8-6ADE-46F0-8D03-AD0FADB7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D4 - Database upgrade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D1482F1A-0399-4AC6-B63C-4EEC97F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Adding the weight column</a:t>
            </a:r>
          </a:p>
        </p:txBody>
      </p:sp>
      <p:sp>
        <p:nvSpPr>
          <p:cNvPr id="3" name="text-43">
            <a:extLst xmlns:a="http://schemas.openxmlformats.org/drawingml/2006/main">
              <a:ext uri="{FF2B5EF4-FFF2-40B4-BE49-F238E27FC236}">
                <a16:creationId xmlns:a16="http://schemas.microsoft.com/office/drawing/2014/main" id="{DE3DA6A4-66F9-4C7E-B721-61A9010C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1840AEEB-8229-4497-88D7-223DD218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Version 1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B08DE6BC-E7A3-4FC1-B7A7-20F9AD69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Saved sets have reps, but there is no weight column.</a:t>
            </a:r>
          </a:p>
        </p:txBody>
      </p:sp>
      <p:sp>
        <p:nvSpPr>
          <p:cNvPr id="6" name="text-46">
            <a:extLst xmlns:a="http://schemas.openxmlformats.org/drawingml/2006/main">
              <a:ext uri="{FF2B5EF4-FFF2-40B4-BE49-F238E27FC236}">
                <a16:creationId xmlns:a16="http://schemas.microsoft.com/office/drawing/2014/main" id="{568AE749-F49E-4AE6-B148-70D90B25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Version 2</a:t>
            </a:r>
          </a:p>
        </p:txBody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9AE9A78D-7033-45AA-BDDF-05CACD37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onUpgrade adds the optional weight column with ALTER TABLE. Existing sets stay in the database; their weight starts as null.</a:t>
            </a:r>
          </a:p>
        </p:txBody>
      </p:sp>
      <p:sp>
        <p:nvSpPr>
          <p:cNvPr id="8" name="text-48">
            <a:extLst xmlns:a="http://schemas.openxmlformats.org/drawingml/2006/main">
              <a:ext uri="{FF2B5EF4-FFF2-40B4-BE49-F238E27FC236}">
                <a16:creationId xmlns:a16="http://schemas.microsoft.com/office/drawing/2014/main" id="{B2981EBD-FE51-479C-91E4-DC9B83A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weight_test.dart creates a version 1 database, opens it with the new code and checks that its saved set is still there.</a:t>
            </a:r>
          </a:p>
        </p:txBody>
      </p:sp>
    </p:spTree>
    <p:extLst>
      <p:ext uri="{BB962C8B-B14F-4D97-AF65-F5344CB8AC3E}">
        <p14:creationId xmlns:p14="http://schemas.microsoft.com/office/powerpoint/2010/main" val="424189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982B202A-64DF-401C-A1D6-7DFFB1C4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2" name="text-50">
            <a:extLst xmlns:a="http://schemas.openxmlformats.org/drawingml/2006/main">
              <a:ext uri="{FF2B5EF4-FFF2-40B4-BE49-F238E27FC236}">
                <a16:creationId xmlns:a16="http://schemas.microsoft.com/office/drawing/2014/main" id="{18858D68-6591-4B7C-80DB-3631B563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Gear Match rules</a:t>
            </a:r>
          </a:p>
        </p:txBody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A0696623-F8C8-449B-9CF7-48D6D6BF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D6518-46CC-4F6D-9BF1-D60D83E7F6A1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238250"/>
                <a:gridCol w="43053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Points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Skip when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Equipment matches the preference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+2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No preference is set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Plan differs from the last finished plan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No workout has finished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52">
            <a:extLst xmlns:a="http://schemas.openxmlformats.org/drawingml/2006/main">
              <a:ext uri="{FF2B5EF4-FFF2-40B4-BE49-F238E27FC236}">
                <a16:creationId xmlns:a16="http://schemas.microsoft.com/office/drawing/2014/main" id="{0099A680-6F65-4176-A7AF-B35721D7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Inputs: preferred equipment, saved plans and the last finished plan. The baseline compares equipment only.</a:t>
            </a:r>
          </a:p>
        </p:txBody>
      </p:sp>
      <p:sp>
        <p:nvSpPr>
          <p:cNvPr id="6" name="text-53">
            <a:extLst xmlns:a="http://schemas.openxmlformats.org/drawingml/2006/main">
              <a:ext uri="{FF2B5EF4-FFF2-40B4-BE49-F238E27FC236}">
                <a16:creationId xmlns:a16="http://schemas.microsoft.com/office/drawing/2014/main" id="{5EC65C90-8669-4220-8674-00ADA3B6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Ties use the lower plan ID. View plan opens the plan without starting a workout. Not now hides the suggestion; Settings can turn it off.</a:t>
            </a:r>
          </a:p>
        </p:txBody>
      </p:sp>
    </p:spTree>
    <p:extLst>
      <p:ext uri="{BB962C8B-B14F-4D97-AF65-F5344CB8AC3E}">
        <p14:creationId xmlns:p14="http://schemas.microsoft.com/office/powerpoint/2010/main" val="1195164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C6864414-C426-45ED-8A05-C184664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E096F194-2CEF-46FA-AAA8-438BB406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Gear Match test cases</a:t>
            </a:r>
          </a:p>
        </p:txBody>
      </p:sp>
      <p:sp>
        <p:nvSpPr>
          <p:cNvPr id="3" name="text-56">
            <a:extLst xmlns:a="http://schemas.openxmlformats.org/drawingml/2006/main">
              <a:ext uri="{FF2B5EF4-FFF2-40B4-BE49-F238E27FC236}">
                <a16:creationId xmlns:a16="http://schemas.microsoft.com/office/drawing/2014/main" id="{AD9BA96D-87BC-4AC5-85C1-61101165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2BE34-35DE-4066-8123-98AA2B6B09A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048250"/>
                <a:gridCol w="2952750"/>
                <a:gridCol w="1162050"/>
              </a:tblGrid>
              <a:tr h="555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Setup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Expected result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Normal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None preferred; B finished last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A, score 3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No plans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Empty plan list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No suggestion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No history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Mat preferred; no finished workout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Mat; skip +1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Tie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Plans 7 and 4; both Dumbbells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Plan 4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Known limit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Dumbbells saved; user wants Mat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Dumbbells wins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57">
            <a:extLst xmlns:a="http://schemas.openxmlformats.org/drawingml/2006/main">
              <a:ext uri="{FF2B5EF4-FFF2-40B4-BE49-F238E27FC236}">
                <a16:creationId xmlns:a16="http://schemas.microsoft.com/office/drawing/2014/main" id="{2070C8F7-D840-433A-B381-EBE11B50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rules use the saved preference, so they cannot tell what equipment the user wants today. AI_FEATURE.md documents this limit.</a:t>
            </a:r>
          </a:p>
        </p:txBody>
      </p:sp>
    </p:spTree>
    <p:extLst>
      <p:ext uri="{BB962C8B-B14F-4D97-AF65-F5344CB8AC3E}">
        <p14:creationId xmlns:p14="http://schemas.microsoft.com/office/powerpoint/2010/main" val="724735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8">
            <a:extLst xmlns:a="http://schemas.openxmlformats.org/drawingml/2006/main">
              <a:ext uri="{FF2B5EF4-FFF2-40B4-BE49-F238E27FC236}">
                <a16:creationId xmlns:a16="http://schemas.microsoft.com/office/drawing/2014/main" id="{8FD5BBC2-9B40-4DD0-9129-DED94DA2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T1, T2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DD420D32-0916-494B-A929-0E6F1BD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Tests and error handling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C53DCE9B-17D6-4860-BC77-ABAE198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7745A-7565-4448-B559-98A3C65D8E60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238250"/>
                <a:gridCol w="65913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Test file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Tests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T w="9525">
                      <a:solidFill>
                        <a:srgbClr val="B8B8B8"/>
                      </a:solidFill>
                      <a:prstDash val="solid"/>
                    </a:lnT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EAF0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acceptance_test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Counts, cascade, reset, reopen, demo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weight_test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Save, edit, clear, version 1 upgrade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gear_match_test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Gear Match cases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validators_test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Reps and weight validation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app_settings_test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B8B8B8"/>
                      </a:solidFill>
                      <a:prstDash val="solid"/>
                    </a:lnL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Settings save and load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B8B8B8"/>
                      </a:solidFill>
                      <a:prstDash val="solid"/>
                    </a:lnR>
                    <a:lnB w="9525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61">
            <a:extLst xmlns:a="http://schemas.openxmlformats.org/drawingml/2006/main">
              <a:ext uri="{FF2B5EF4-FFF2-40B4-BE49-F238E27FC236}">
                <a16:creationId xmlns:a16="http://schemas.microsoft.com/office/drawing/2014/main" id="{D52CC1B1-119A-4B12-8F74-D1D14962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20 tests pass. Database tests use real SQLite files through sqflite_common_ffi.</a:t>
            </a:r>
          </a:p>
        </p:txBody>
      </p:sp>
      <p:sp>
        <p:nvSpPr>
          <p:cNvPr id="6" name="text-62">
            <a:extLst xmlns:a="http://schemas.openxmlformats.org/drawingml/2006/main">
              <a:ext uri="{FF2B5EF4-FFF2-40B4-BE49-F238E27FC236}">
                <a16:creationId xmlns:a16="http://schemas.microsoft.com/office/drawing/2014/main" id="{CB5F1D1D-52A1-4D9C-BA5A-71DA14A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Busy buttons block repeated actions. Invalid input shows a form error. Save failures show a retry message and keep the input.</a:t>
            </a:r>
          </a:p>
        </p:txBody>
      </p:sp>
    </p:spTree>
    <p:extLst>
      <p:ext uri="{BB962C8B-B14F-4D97-AF65-F5344CB8AC3E}">
        <p14:creationId xmlns:p14="http://schemas.microsoft.com/office/powerpoint/2010/main" val="6097245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63">
            <a:extLst xmlns:a="http://schemas.openxmlformats.org/drawingml/2006/main">
              <a:ext uri="{FF2B5EF4-FFF2-40B4-BE49-F238E27FC236}">
                <a16:creationId xmlns:a16="http://schemas.microsoft.com/office/drawing/2014/main" id="{5127B91C-98AB-423A-8C21-8DC15A6F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557A"/>
                </a:solidFill>
                <a:latin typeface="Arial"/>
                <a:ea typeface="Arial"/>
                <a:cs typeface="Arial"/>
              </a:rPr>
              <a:t>R5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9C7457FC-6DDA-405D-A8F5-71D536ED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57A"/>
                </a:solidFill>
                <a:latin typeface="Arial"/>
                <a:ea typeface="Arial"/>
                <a:cs typeface="Arial"/>
              </a:rPr>
              <a:t>Next improvement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8CAD4917-2ED2-43E6-89D1-40B9D0B5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B0269EE6-F726-4366-B202-DF9DE9A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the previous weight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83C371D2-57DE-4BD0-95C0-89888921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I start an exercise, I would like to see the weight and reps from the last workout.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B964F2AC-5D0C-4470-828A-45DBE903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For example: "Last time: 135 lb for 5 reps."</a:t>
            </a:r>
          </a:p>
        </p:txBody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B195D00E-6B18-438D-8F58-F5732A95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 would read this from the saved workout history and add a test with two sessions.</a:t>
            </a:r>
          </a:p>
        </p:txBody>
      </p:sp>
    </p:spTree>
    <p:extLst>
      <p:ext uri="{BB962C8B-B14F-4D97-AF65-F5344CB8AC3E}">
        <p14:creationId xmlns:p14="http://schemas.microsoft.com/office/powerpoint/2010/main" val="115790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/>
</file>

<file path=docProps/core.xml><?xml version="1.0" encoding="utf-8"?>
<ns0:coreProperties xmlns:ns0="http://schemas.openxmlformats.org/package/2006/metadata/core-properties"/>
</file>